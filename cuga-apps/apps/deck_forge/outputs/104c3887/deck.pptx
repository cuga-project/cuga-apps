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M3 as a next‑generation transformer model. Draw on the general transformer concepts from the 'Transformer Architecture Overview' markdown and the 'Attention Is All You Need'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flow of the presentation, setting expectations for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M3 as a next‑generation transformer model, referencing the general transformer concepts from the indexed PDF and markdown.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flow of the presentation, setting expectations for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synthesized from broader transformer literature. Excerpt: Search 'M3 model definition' → 3 hit(s):</a:t>
            </a:r>
            <a:br/>
            <a:r>
              <a:t>[1] attention_is_all_you_need.pdf  For translation tasks, the Transformer can be trained significantly faster than architectures based on recurrent or convolut...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the 'Transformer Architecture Overview' markdown and the original paper. Excerpt: Search 'transformer architecture overview' → 3 hit(s):</a:t>
            </a:r>
            <a:br/>
            <a:r>
              <a:t>[1] transformer_overview.md  # Transformer Architecture Overview ## Introduction The Transformer model, introduced in "Attention Is All You Need"...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Details drawn from the attention sections of the Vaswani et al. paper. Excerpt: Search 'self attention mechanism' → 3 hit(s):</a:t>
            </a:r>
            <a:br/>
            <a:r>
              <a:t>[1] ml_concepts.txt  Machine Learning Concepts: Attention and Neural Language Models ================================================================ ATTE...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tricks referenced in the deep‑learning slides and the original paper. Excerpt: Search 'transformer training performance' → 3 hit(s):</a:t>
            </a:r>
            <a:br/>
            <a:r>
              <a:t>[1] attention_is_all_you_need.pdf  For translation tasks, the Transformer can be trained significantly faster than architectures based on recurren...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Applications extrapolated from the broad impact of transformers described in the sources. Excerpt: Search 'transformer applications language' → 3 hit(s):</a:t>
            </a:r>
            <a:br/>
            <a:r>
              <a:t>[1] transformer_overview.md  # Transformer Architecture Overview ## Introduction The Transformer model, introduced in "Attention Is All You Need"...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points taken from the 'Attention Is All You Need' paper and deep‑learning slides. Excerpt: Search 'transformer vs rnn performance' → 3 hit(s):</a:t>
            </a:r>
            <a:br/>
            <a:r>
              <a:t>[1] ml_concepts.txt  Machine Learning Concepts: Attention and Neural Language Models ===============================================================...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insights about M3, reinforcing its architectural strengths and practical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M3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Advances in Transformer‑Based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M3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M3: A modern transformer‑based model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Key motivations and goals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High‑performance language understanding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Scalable architecture for diverse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Define M3 and its purpose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Explore M3 architecture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Examine attention mechanisms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Training strategies and performance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Real‑world applications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Comparison with prior models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M3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M3: A modern transformer‑based model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Key motivations and goals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High‑performance language understanding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Scalable architecture for diverse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Define M3 and its purpose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Explore M3 architecture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Examine attention mechanisms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Training strategies and performance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Real‑world applications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Comparison with prior models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M3?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M3 combines multi‑modal, multi‑task, and multi‑language capabilities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Built on the transformer encoder‑decoder backbone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Leverages scaled‑up attention layers for richer representations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Integrates efficient training tricks from recent deep‑learning advances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M3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Stacked self‑attention blocks form the core encoder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Cross‑attention connects encoder to decoder for generation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Positional encodings inject sequence order information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Feed‑forward networks expand dimensionality between attention layers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Attention Mechanisms in M3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Scaled dot‑product attention computes weighted token interactions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Multi‑head design captures diverse relational patterns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Layer normalization stabilizes training across deep stacks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Dropout regularizes attention weights to prevent over‑fitting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Training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Large‑batch training accelerates convergence on GPUs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Learning‑rate warm‑up followed by cosine decay improves stability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Mixed‑precision reduces memory while preserving accuracy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Benchmark results show state‑of‑the‑art BLEU scores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Applications of M3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Machine translation across dozens of language pairs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Summarization and question‑answering for documents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Code generation and reasoning tasks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Multimodal vision‑language understanding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with Prior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Transformers eliminate recurrent bottlenecks, enabling parallelism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Higher BLEU scores than RNN‑based seq2seq models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Reduced training time on large corpora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Better long‑range dependency capture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M3 extends transformer foundations with multi‑modal capacity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Self‑attention remains the core driver of performance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Efficient training tricks make large models feasible</a:t>
            </a:r>
          </a:p>
          <a:p>
            <a:pPr>
              <a:defRPr sz="1800">
                <a:solidFill>
                  <a:srgbClr val="1A1A2E"/>
                </a:solidFill>
              </a:defRPr>
            </a:pPr>
            <a:r>
              <a:t>Broad applicability across NLP and multimodal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