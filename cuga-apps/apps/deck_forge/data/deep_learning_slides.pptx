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and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visual overview of key concepts and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 consist of layers of interconnected nodes</a:t>
            </a:r>
          </a:p>
          <a:p>
            <a:r>
              <a:t>Backpropagation computes gradients via the chain rule</a:t>
            </a:r>
          </a:p>
          <a:p>
            <a:r>
              <a:t>Gradient descent updates weights to minimise the loss</a:t>
            </a:r>
          </a:p>
          <a:p>
            <a:r>
              <a:t>Deep networks learn hierarchical feature representations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RNNs process sequences step by step, maintaining hidden state</a:t>
            </a:r>
          </a:p>
          <a:p>
            <a:r>
              <a:t>LSTMs use gates (input, forget, output) to control information flow</a:t>
            </a:r>
          </a:p>
          <a:p>
            <a:r>
              <a:t>Vanishing gradient problem limits long-range dependency learning</a:t>
            </a:r>
          </a:p>
          <a:p>
            <a:r>
              <a:t>Transformers address this by replacing recurrence with attention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Encoder–Decoder for Sequence-to-Sequence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Encoder compresses input into a fixed-size context vector</a:t>
            </a:r>
          </a:p>
          <a:p>
            <a:r>
              <a:t>Decoder generates output tokens auto-regressively</a:t>
            </a:r>
          </a:p>
          <a:p>
            <a:r>
              <a:t>Attention mechanism allows dynamic source alignment</a:t>
            </a:r>
          </a:p>
          <a:p>
            <a:r>
              <a:t>Transformer encoder–decoder achieves SOTA in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Pre-training and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Pre-train on large unlabeled corpora, fine-tune on downstream tasks</a:t>
            </a:r>
          </a:p>
          <a:p>
            <a:r>
              <a:t>BERT uses MLM; GPT uses causal language modelling</a:t>
            </a:r>
          </a:p>
          <a:p>
            <a:r>
              <a:t>Transfer learning dramatically reduces task-specific data requirements</a:t>
            </a:r>
          </a:p>
          <a:p>
            <a:r>
              <a:t>Foundation models are the dominant paradigm in modern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performance improves predictably with scale</a:t>
            </a:r>
          </a:p>
          <a:p>
            <a:r>
              <a:t>Chinchilla scaling: balance compute between model size and data tokens</a:t>
            </a:r>
          </a:p>
          <a:p>
            <a:r>
              <a:t>Emergent abilities appear at certain model scales</a:t>
            </a:r>
          </a:p>
          <a:p>
            <a:r>
              <a:t>GPT-4 and Llama 3 demonstrate practical limits of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